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474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ГАПОУ СО «Балашовский техникум механизации сельского хозяйства»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11480" y="9326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КУРСОВОЙ ПРОЕКТ · МДК 02.02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11480" y="1234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Веб-сайт ветеринарной</a:t>
            </a:r>
            <a:endParaRPr lang="en-US" sz="3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клиники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11480" y="2176272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Лапа Помощи / Vet Clinic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2724912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Онлайн-запись к профильным врачам, личный кабинет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владельца питомца, кабинет врача и панель администратора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39684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Кривошеев К.Д., гр. ИП-41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Преподаватель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0" y="39684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Сухова Л.Г.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663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Балашов, 2026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737860" y="1074420"/>
            <a:ext cx="2514600" cy="2514600"/>
          </a:xfrm>
          <a:prstGeom prst="ellipse">
            <a:avLst/>
          </a:prstGeom>
          <a:solidFill>
            <a:srgbClr val="141414"/>
          </a:solidFill>
          <a:ln w="19050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63590" y="1200150"/>
            <a:ext cx="2263140" cy="226314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63590" y="1801368"/>
            <a:ext cx="22631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ЛАПА </a:t>
            </a:r>
            <a:pPr algn="ctr" indent="0" marL="0">
              <a:buNone/>
            </a:pPr>
            <a:r>
              <a:rPr lang="en-US" sz="34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863590" y="2368296"/>
            <a:ext cx="22631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ПОМОЩИ · 24/7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63590" y="2624328"/>
            <a:ext cx="22631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 · 24/7 · 8 ВРАЧЕЙ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38862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МОСКВА  ·  24/7  ·  8 ВРАЧЕЙ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ПРЕДМЕТНАЯ ОБЛАСТЬ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предметной области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 · КУРСОВОЙ ПРОЕКТ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Лапа Помощи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круглосуточный ветеринарный центр в Москве: 8 узких специалистов, собственная экспресс-лаборатория, хирургия и стационар.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по телефону и в мессенджерах приводит к живым очередям, накладкам в расписании врачей и потере клиентов, которым нужна помощь ночью.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15468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3447288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с онлайн-записью по свободным слотам, калькулятором чек-апа, кабинетом врача и панелью администратора.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1115568"/>
            <a:ext cx="1901952" cy="1536192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441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965192" y="195681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узкопрофильных ветеринарных врачей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30568" y="1115568"/>
            <a:ext cx="1901952" cy="1536192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13441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995160" y="1956816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клиника и стационар открыты круглосуточно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788920"/>
            <a:ext cx="1901952" cy="1536192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175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1 500 ₽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4965192" y="36301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Первичный приём · осмотр и консультация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30568" y="2788920"/>
            <a:ext cx="1901952" cy="1536192"/>
          </a:xfrm>
          <a:prstGeom prst="roundRect">
            <a:avLst>
              <a:gd name="adj" fmla="val 4762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301752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B9A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мин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995160" y="3630168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Экстренный выезд · ветмобиль с УЗИ и ЭКГ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ОБОСНОВАНИЕ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клинике собственный сайт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 · КУРСОВОЙ ПРОЕКТ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53312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ВЛАДЕЛЬЦЕВ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" y="1828800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18288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69848" y="179222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приём в любое время суток без звонка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" y="2670048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6700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69848" y="263347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Видно свободные окна врача и цену заранее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" y="351129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5112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69848" y="347472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Медкарта питомца и талон закреплены в кабинете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55264" y="1115568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353312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ВРАЧА И АДМИНА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56432" y="1828800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8288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913632" y="179222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Расписание приёмов и смен в реальном времени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56432" y="2670048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26700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913632" y="263347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пациента без брони в один клик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56432" y="351129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35112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13632" y="347472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звонков и ошибок при записи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99048" y="1115568"/>
            <a:ext cx="2633472" cy="3337560"/>
          </a:xfrm>
          <a:prstGeom prst="roundRect">
            <a:avLst>
              <a:gd name="adj" fmla="val 2778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1353312"/>
            <a:ext cx="22311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B9A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КЛИНИКИ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0216" y="1828800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B9A6F8"/>
          </a:solidFill>
          <a:ln w="12700">
            <a:solidFill>
              <a:srgbClr val="B9A6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18288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57416" y="1792224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клиенты и обращения из интернета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00216" y="2670048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B9A6F8"/>
          </a:solidFill>
          <a:ln w="12700">
            <a:solidFill>
              <a:srgbClr val="B9A6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267004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757416" y="2633472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 выручки по направлениям и врачам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0216" y="3511296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B9A6F8"/>
          </a:solidFill>
          <a:ln w="12700">
            <a:solidFill>
              <a:srgbClr val="B9A6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0216" y="351129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57416" y="3474720"/>
            <a:ext cx="1810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Современный имидж ветеринарного центра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ЦЕЛЬ И ЗАДАЧИ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задачи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 · КУРСОВОЙ ПРОЕКТ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713232"/>
          </a:xfrm>
          <a:prstGeom prst="roundRect">
            <a:avLst>
              <a:gd name="adj" fmla="val 10256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07008"/>
            <a:ext cx="7900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веб-сайт для онлайн-записи пациентов и взаимодействия с клиентами ветеринарной клиники «Лапа Помощи»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29968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221284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57784" y="2697480"/>
            <a:ext cx="12618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предметную область и выбрать средства разработки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2029968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9424" y="221284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9424" y="2697480"/>
            <a:ext cx="12618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структуру сайта, базу данных и ролевую модель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94760" y="2029968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221284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941064" y="2697480"/>
            <a:ext cx="12618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онлайн-запись к врачам и калькулятор чек-апа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029968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32704" y="221284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32704" y="2697480"/>
            <a:ext cx="12618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Реализовать кабинеты клиента, врача и панель администратора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78040" y="2029968"/>
            <a:ext cx="1554480" cy="2423160"/>
          </a:xfrm>
          <a:prstGeom prst="roundRect">
            <a:avLst>
              <a:gd name="adj" fmla="val 4706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24344" y="2212848"/>
            <a:ext cx="1261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324344" y="2697480"/>
            <a:ext cx="12618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Протестировать сайт на разных устройствах и в браузерах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СРЕДСТВА РАЗРАБОТКИ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средств разработки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 · КУРСОВОЙ ПРОЕКТ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2633472" cy="1335024"/>
          </a:xfrm>
          <a:prstGeom prst="roundRect">
            <a:avLst>
              <a:gd name="adj" fmla="val 5479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4173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99032" y="140817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99032" y="171907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страниц и мета-теги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55264" y="1115568"/>
            <a:ext cx="2633472" cy="1335024"/>
          </a:xfrm>
          <a:prstGeom prst="roundRect">
            <a:avLst>
              <a:gd name="adj" fmla="val 5479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4173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42816" y="140817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 + Tailwind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242816" y="171907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медицинский дизайн и адаптивная вёрстка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9048" y="1115568"/>
            <a:ext cx="2633472" cy="1335024"/>
          </a:xfrm>
          <a:prstGeom prst="roundRect">
            <a:avLst>
              <a:gd name="adj" fmla="val 5479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0216" y="14173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14173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140817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086600" y="1719072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типизированная логика сайта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596896"/>
            <a:ext cx="2633472" cy="1335024"/>
          </a:xfrm>
          <a:prstGeom prst="roundRect">
            <a:avLst>
              <a:gd name="adj" fmla="val 5479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" y="28986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22262F"/>
          </a:solidFill>
          <a:ln w="12700">
            <a:solidFill>
              <a:srgbClr val="2226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" y="28986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99032" y="288950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399032" y="32004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компонентный интерфейс SPA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55264" y="2596896"/>
            <a:ext cx="2633472" cy="1335024"/>
          </a:xfrm>
          <a:prstGeom prst="roundRect">
            <a:avLst>
              <a:gd name="adj" fmla="val 5479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56432" y="28986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28986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42816" y="288950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+ Node.js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242816" y="32004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проекта и серверная среда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99048" y="2596896"/>
            <a:ext cx="2633472" cy="1335024"/>
          </a:xfrm>
          <a:prstGeom prst="roundRect">
            <a:avLst>
              <a:gd name="adj" fmla="val 5479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28986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28986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86600" y="288950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/ SQL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086600" y="3200400"/>
            <a:ext cx="15087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пользователи, врачи, услуги и записи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1480" y="41879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 разработки: Visual Studio Code · контроль версий: Git и GitHub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БАЗА ДАННЫХ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базы данных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 · КУРСОВОЙ ПРОЕКТ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1984248" cy="2304288"/>
          </a:xfrm>
          <a:prstGeom prst="roundRect">
            <a:avLst>
              <a:gd name="adj" fmla="val 3687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167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029968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uid, login, displayName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password, phone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(роль в системе)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1115568"/>
            <a:ext cx="1984248" cy="2304288"/>
          </a:xfrm>
          <a:prstGeom prst="roundRect">
            <a:avLst>
              <a:gd name="adj" fmla="val 3687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13167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88336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на приём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88336" y="2029968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ownerName, petName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doctorName, serviceTitle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preferredDate, status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1115568"/>
            <a:ext cx="1984248" cy="2304288"/>
          </a:xfrm>
          <a:prstGeom prst="roundRect">
            <a:avLst>
              <a:gd name="adj" fmla="val 3687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167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Врачи и смены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029968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name, specialty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brigade, shiftHours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personalSlots, status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48272" y="1115568"/>
            <a:ext cx="1984248" cy="2304288"/>
          </a:xfrm>
          <a:prstGeom prst="roundRect">
            <a:avLst>
              <a:gd name="adj" fmla="val 3687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2864" y="13167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12864" y="166420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Услуги и отзывы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2864" y="2029968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id, title, category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priceFrom, duration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9E9E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rating, story, outcome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657600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576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50392" y="36210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Инициализация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" y="387705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коллекции и стартовые данные создаются автоматически при первом запуске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55264" y="3657600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55264" y="36576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94176" y="36210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Синхронизация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94176" y="387705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заявки мгновенно обновляются между клиентом, врачом и админом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3657600"/>
            <a:ext cx="347472" cy="292608"/>
          </a:xfrm>
          <a:prstGeom prst="roundRect">
            <a:avLst>
              <a:gd name="adj" fmla="val 1875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99048" y="365760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36210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слотов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37960" y="3877056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сохраняются целостно, исключая запись двух клиентов на одно время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0" y="708660"/>
            <a:ext cx="1600200" cy="1600200"/>
          </a:xfrm>
          <a:prstGeom prst="ellipse">
            <a:avLst/>
          </a:prstGeom>
          <a:solidFill>
            <a:srgbClr val="141414"/>
          </a:solidFill>
          <a:ln w="19050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51910" y="788670"/>
            <a:ext cx="1440180" cy="14401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51910" y="1143000"/>
            <a:ext cx="1440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ЛАПА </a:t>
            </a:r>
            <a:pPr algn="ctr"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51910" y="1527048"/>
            <a:ext cx="14401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ПОМОЩИ · 24/7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51910" y="1728216"/>
            <a:ext cx="14401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 · 24/7 · 8 ВРАЧЕЙ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сайта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3649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1206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 достигнута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47548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ЛАПА ПОМОЩИ / VET CLINIC · КУРСОВОЙ ПРОЕКТ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41648" cy="1444752"/>
          </a:xfrm>
          <a:prstGeom prst="roundRect">
            <a:avLst>
              <a:gd name="adj" fmla="val 5063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" y="1545336"/>
            <a:ext cx="621792" cy="621792"/>
          </a:xfrm>
          <a:prstGeom prst="ellipse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" y="15453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47218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ветклиники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463040" y="180136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онлайн-запись к 8 профильным врачам и калькулятор чек-апа 24/7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90872" y="1143000"/>
            <a:ext cx="4041648" cy="1444752"/>
          </a:xfrm>
          <a:prstGeom prst="roundRect">
            <a:avLst>
              <a:gd name="adj" fmla="val 5063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28616" y="1545336"/>
            <a:ext cx="621792" cy="621792"/>
          </a:xfrm>
          <a:prstGeom prst="ellipse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28616" y="154533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742432" y="1472184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интерфейса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742432" y="180136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владельца питомца, кабинет врача и панель администратора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779776"/>
            <a:ext cx="4041648" cy="1444752"/>
          </a:xfrm>
          <a:prstGeom prst="roundRect">
            <a:avLst>
              <a:gd name="adj" fmla="val 5063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" y="3182112"/>
            <a:ext cx="621792" cy="621792"/>
          </a:xfrm>
          <a:prstGeom prst="ellipse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3182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1089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Надёжность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463040" y="343814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данных, электронная медкарта и исключение двойных броней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779776"/>
            <a:ext cx="4041648" cy="1444752"/>
          </a:xfrm>
          <a:prstGeom prst="roundRect">
            <a:avLst>
              <a:gd name="adj" fmla="val 5063"/>
            </a:avLst>
          </a:prstGeom>
          <a:solidFill>
            <a:srgbClr val="1B1B1B"/>
          </a:solidFill>
          <a:ln w="12700">
            <a:solidFill>
              <a:srgbClr val="2C2C2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28616" y="3182112"/>
            <a:ext cx="621792" cy="621792"/>
          </a:xfrm>
          <a:prstGeom prst="ellipse">
            <a:avLst/>
          </a:prstGeom>
          <a:solidFill>
            <a:srgbClr val="B9A6F8"/>
          </a:solidFill>
          <a:ln w="12700">
            <a:solidFill>
              <a:srgbClr val="B9A6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1821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42432" y="3108960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Развитие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742432" y="343814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онлайн-оплата, Telegram-уведомления, мобильное приложение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0" y="708660"/>
            <a:ext cx="1600200" cy="1600200"/>
          </a:xfrm>
          <a:prstGeom prst="ellipse">
            <a:avLst/>
          </a:prstGeom>
          <a:solidFill>
            <a:srgbClr val="141414"/>
          </a:solidFill>
          <a:ln w="19050">
            <a:solidFill>
              <a:srgbClr val="26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51910" y="788670"/>
            <a:ext cx="1440180" cy="1440180"/>
          </a:xfrm>
          <a:prstGeom prst="ellipse">
            <a:avLst/>
          </a:prstGeom>
          <a:solidFill>
            <a:srgbClr val="141414"/>
          </a:solidFill>
          <a:ln w="12700">
            <a:solidFill>
              <a:srgbClr val="2F2F2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51910" y="1143000"/>
            <a:ext cx="14401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ЛАПА </a:t>
            </a:r>
            <a:pPr algn="ctr"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51910" y="1527048"/>
            <a:ext cx="14401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ПОМОЩИ · 24/7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851910" y="1728216"/>
            <a:ext cx="14401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МОСКВА · 24/7 · 8 ВРАЧЕЙ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3337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ваши вопросы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Государственное автономное профессиональное образовательное учреждение Саратовской области «Балашовский техникум механизации сельского хозяйства»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Веб-сайт ветеринарной клиники Лапа Помощи</dc:title>
  <dc:subject>КУРСОВОЙ ПРОЕКТ · МДК 02.02</dc:subject>
  <dc:creator>Кривошеев К.Д.</dc:creator>
  <cp:lastModifiedBy>Кривошеев К.Д.</cp:lastModifiedBy>
  <cp:revision>1</cp:revision>
  <dcterms:created xsi:type="dcterms:W3CDTF">2026-10-27T15:07:15Z</dcterms:created>
  <dcterms:modified xsi:type="dcterms:W3CDTF">2026-10-27T15:07:15Z</dcterms:modified>
</cp:coreProperties>
</file>