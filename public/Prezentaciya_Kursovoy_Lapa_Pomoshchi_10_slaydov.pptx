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" y="667512"/>
            <a:ext cx="658368" cy="21945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" y="448056"/>
            <a:ext cx="219456" cy="65836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256032"/>
            <a:ext cx="402336" cy="128016"/>
          </a:xfrm>
          <a:prstGeom prst="rect">
            <a:avLst/>
          </a:prstGeom>
          <a:solidFill>
            <a:srgbClr val="D4F1EB"/>
          </a:solidFill>
          <a:ln w="12700">
            <a:solidFill>
              <a:srgbClr val="D4F1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8872"/>
            <a:ext cx="128016" cy="402336"/>
          </a:xfrm>
          <a:prstGeom prst="rect">
            <a:avLst/>
          </a:prstGeom>
          <a:solidFill>
            <a:srgbClr val="D4F1EB"/>
          </a:solidFill>
          <a:ln w="12700">
            <a:solidFill>
              <a:srgbClr val="D4F1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" y="2647188"/>
            <a:ext cx="320040" cy="100584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" y="2537460"/>
            <a:ext cx="100584" cy="320040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1020" y="4215384"/>
            <a:ext cx="777240" cy="256032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21624" y="3954780"/>
            <a:ext cx="256032" cy="777240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286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Государственное автономное профессиональное образовательное учреждение Саратовской области «Балашовский техникум механизации сельского хозяйства»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1600200"/>
            <a:ext cx="7498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Курсовой проект на тему: Разработка информационного веб-сайта ветеринарной клиники «Лапа Помощи» для взаимодействия с клиентами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126480" y="342900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Подготовил студент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группы ИП-41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Кривошеев К.Д.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Преподаватель: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Сухова Л.Г.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004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Балашов 2026г.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0120" y="1188720"/>
            <a:ext cx="7406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Цель:
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Создание информационного веб-сайта организации работы ветеринарной клиники «Лапа Помощи» для взаимодействия с владельцами домашних животных и автоматизации онлайн-записи.
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Задачи: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Определение структуры и функциональности веб-сайта ветеринарного центра.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Разработка дизайна пользовательского интерфейса и калькулятора услуг.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Реализация ролевой модели (Клиент, Врач, Администратор) и личных кабинетов.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Создание базы данных с информацией об услугах, специалистах и записях на приём.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685800"/>
            <a:ext cx="34290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C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143000"/>
            <a:ext cx="1691640" cy="1691640"/>
          </a:xfrm>
          <a:prstGeom prst="ellipse">
            <a:avLst/>
          </a:prstGeom>
          <a:solidFill>
            <a:srgbClr val="E3F6F2"/>
          </a:solidFill>
          <a:ln w="25400">
            <a:solidFill>
              <a:srgbClr val="137A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5087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35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ВЕТЦЕНТР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29718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Ветеринарная клиника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«Лапа Помощи»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8 узких специалистов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Приём без стресса (Fear Free)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Онлайн-запись и триаж 24/7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60520" y="1005840"/>
            <a:ext cx="1143000" cy="713232"/>
          </a:xfrm>
          <a:prstGeom prst="rect">
            <a:avLst/>
          </a:prstGeom>
          <a:solidFill>
            <a:srgbClr val="93E5D6"/>
          </a:solidFill>
          <a:ln w="12700">
            <a:solidFill>
              <a:srgbClr val="93E5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005840"/>
            <a:ext cx="1143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25146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594360"/>
            <a:ext cx="1783080" cy="1828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CE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73152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Экспресс-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диагностика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Собственная лаборатория CITO и УЗИ экспертного класса за 15 минут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594360"/>
            <a:ext cx="1783080" cy="1828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CE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73152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Онлайн-запись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 врачу 24/7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Выбор профильного специалиста и защита от пересечения слотов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60604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C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7889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Стационар и раздельные зоны ожидания (Fear Free)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Индивидуальные боксы для кошек, собак и мелких грызунов, круглосуточный мониторинг ОРИТ и электронная медкарта питомца в личном кабинете владельца.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1143000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 темы курсового проекта обусловлена тем, что современным владельцам домашних животных необходим круглосуточный интерактивный сервис для записи на приём без очередей.</a:t>
            </a:r>
            <a:endParaRPr lang="en-US" sz="1450" dirty="0"/>
          </a:p>
          <a:p>
            <a:pPr algn="just" indent="0" marL="0">
              <a:lnSpc>
                <a:spcPct val="118000"/>
              </a:lnSpc>
              <a:buNone/>
            </a:pPr>
            <a:endParaRPr lang="en-US" sz="1450" dirty="0"/>
          </a:p>
          <a:p>
            <a:pPr algn="just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Разработанный веб-сайт ветеринарной клиники «Лапа Помощи» обеспечивает прозрачный расчёт стоимости чек-апа, автоматический подбор узкого специалиста по направлению и единую цифровую среду для клиентов, врачей и администратора.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предметной области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1234440"/>
            <a:ext cx="55778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современном цифровом обществе наличие специализированного онлайн-представительства является ключевым инструментом для обеспечения доступности и прозрачности ветеринарных услуг.</a:t>
            </a:r>
            <a:endParaRPr lang="en-US" sz="1450" dirty="0"/>
          </a:p>
          <a:p>
            <a:pPr algn="just" indent="0" marL="0">
              <a:lnSpc>
                <a:spcPct val="118000"/>
              </a:lnSpc>
              <a:buNone/>
            </a:pPr>
            <a:endParaRPr lang="en-US" sz="1450" dirty="0"/>
          </a:p>
          <a:p>
            <a:pPr algn="just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Ветеринарная клиника «Лапа Помощи» оказывает круглосуточную помощь кошкам, собакам и грызунам по 8 направлениям (терапия, кардиология, хирургия, УЗИ, стоматология, вакцинация, груминг и стационар). Разработанная веб-платформа связывает каталог услуг, профильных врачей, индивидуальные окна приёма и электронные талоны в единую информационную систему.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720840" y="1920240"/>
            <a:ext cx="1600200" cy="960120"/>
          </a:xfrm>
          <a:prstGeom prst="rect">
            <a:avLst/>
          </a:prstGeom>
          <a:solidFill>
            <a:srgbClr val="93E5D6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9202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врачей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узкого профиля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3108960"/>
            <a:ext cx="1600200" cy="960120"/>
          </a:xfrm>
          <a:prstGeom prst="rect">
            <a:avLst/>
          </a:prstGeom>
          <a:solidFill>
            <a:srgbClr val="93E5D6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310896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Триаж 24/7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Выезд за 30 мин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Выбор средств разработки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508760" y="1325880"/>
            <a:ext cx="658368" cy="658368"/>
          </a:xfrm>
          <a:prstGeom prst="rect">
            <a:avLst/>
          </a:prstGeom>
          <a:solidFill>
            <a:srgbClr val="93E5D6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1325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/ TypeScript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2514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клиентская и серверная логика. Обрабатывает запись на приём, калькулятор чек-апа и ролевую авторизацию.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42816" y="2057400"/>
            <a:ext cx="658368" cy="658368"/>
          </a:xfrm>
          <a:prstGeom prst="rect">
            <a:avLst/>
          </a:prstGeom>
          <a:solidFill>
            <a:srgbClr val="93E5D6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2057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832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язык стилей. Отвечает за медицинский дизайн, модульную вёрстку и адаптивность под любые экраны.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95160" y="1325880"/>
            <a:ext cx="658368" cy="658368"/>
          </a:xfrm>
          <a:prstGeom prst="rect">
            <a:avLst/>
          </a:prstGeom>
          <a:solidFill>
            <a:srgbClr val="93E5D6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325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Cloud DB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80760" y="2514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 управления базой данных. Надёжно хранит услуги, расписание врачей, пользователей и заявки.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Перейдём к показу сайта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234440" y="11430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1143000"/>
            <a:ext cx="6675120" cy="438912"/>
          </a:xfrm>
          <a:prstGeom prst="rect">
            <a:avLst/>
          </a:prstGeom>
          <a:solidFill>
            <a:srgbClr val="0F2922"/>
          </a:solidFill>
          <a:ln w="12700">
            <a:solidFill>
              <a:srgbClr val="0F2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11430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Лапа Помощи · Ветеринарный центр 24/7      Услуги и цены   Калькулятор   Врачи (8)   Отзывы   [Записаться на прием]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08760" y="1737360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Бережная медицина для тех, кто доверяет вам свою жизнь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Круглосуточный госпиталь (УЗИ, ЭхоКГ, эндоскопия)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Индивидуальные окна записи к каждому врачу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Интерактивный калькулятор чек-апа за 30 секунд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08760" y="3429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81912" y="0"/>
            <a:ext cx="18196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Кабинет Клиента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Медкарта питомца, талон приёма (.txt), перенос визита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11880" y="3429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0"/>
            <a:ext cx="18196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Кабинет Врача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Приём пациентов, выписка рекомендаций, график смен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15000" y="3429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BC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0"/>
            <a:ext cx="18196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Админ-панель CRM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32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заявками, прайсом, врачами и графиком 2/2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1737360"/>
            <a:ext cx="2194560" cy="1508760"/>
          </a:xfrm>
          <a:prstGeom prst="roundRect">
            <a:avLst>
              <a:gd name="adj" fmla="val 4848"/>
            </a:avLst>
          </a:prstGeom>
          <a:solidFill>
            <a:srgbClr val="EAF2E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1828800"/>
            <a:ext cx="204825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Стандарт Fear Free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Рейтинг 4.9 / 5.0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Терапия · Кардиология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Хирургия · УЗИ · Ратология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5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 работы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" y="1234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Показ информации об услугах, ценах и 8 врачах клиники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2331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Онлайн-запись к врачу с защитой от занятых слотов и талоном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Интерактивный калькулятор чек-апа и медкарта питомца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17830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Реализация ролевого входа (Клиент, Врач, Администратор)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43400" y="28803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заявками, прайс-листом и сменами с админ-панели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43400" y="3931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Публикация отзывов клиентов и выписка рекомендаций врачом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356616"/>
            <a:ext cx="530352" cy="16459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173736"/>
            <a:ext cx="164592" cy="530352"/>
          </a:xfrm>
          <a:prstGeom prst="rect">
            <a:avLst/>
          </a:prstGeom>
          <a:solidFill>
            <a:srgbClr val="C3EBE2"/>
          </a:solidFill>
          <a:ln w="12700">
            <a:solidFill>
              <a:srgbClr val="C3EB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822960"/>
            <a:ext cx="292608" cy="91440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22376"/>
            <a:ext cx="91440" cy="292608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18388"/>
            <a:ext cx="310896" cy="100584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713232"/>
            <a:ext cx="100584" cy="310896"/>
          </a:xfrm>
          <a:prstGeom prst="rect">
            <a:avLst/>
          </a:prstGeom>
          <a:solidFill>
            <a:srgbClr val="D6F2EC"/>
          </a:solidFill>
          <a:ln w="12700">
            <a:solidFill>
              <a:srgbClr val="D6F2E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4448556"/>
            <a:ext cx="493776" cy="155448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716" y="4279392"/>
            <a:ext cx="155448" cy="493776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Будущие планы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" y="141732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 Улучшение функционала личного кабинета и истории болезни питомца
</a:t>
            </a:r>
            <a:pPr indent="0" marL="0">
              <a:buNone/>
            </a:pPr>
            <a:r>
              <a:rPr lang="en-US" sz="16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 Добавление онлайн-консультаций с дежурным ветеринаром по видеосвязи
</a:t>
            </a:r>
            <a:pPr indent="0" marL="0">
              <a:buNone/>
            </a:pPr>
            <a:r>
              <a:rPr lang="en-US" sz="16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 Автоматическая загрузка PDF-протоколов УЗИ и биохимии крови
</a:t>
            </a:r>
            <a:pPr indent="0" marL="0">
              <a:buNone/>
            </a:pPr>
            <a:r>
              <a:rPr lang="en-US" sz="165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 Отправка уведомлений и напоминаний о вакцинации на почту и в Telegram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029200" cy="3131820"/>
          </a:xfrm>
          <a:prstGeom prst="rect">
            <a:avLst/>
          </a:prstGeom>
          <a:solidFill>
            <a:srgbClr val="F6FBFA">
              <a:alpha val="65000"/>
            </a:srgbClr>
          </a:solidFill>
          <a:ln w="12700">
            <a:solidFill>
              <a:srgbClr val="F6F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5300" y="374904"/>
            <a:ext cx="777240" cy="256032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75904" y="114300"/>
            <a:ext cx="256032" cy="777240"/>
          </a:xfrm>
          <a:prstGeom prst="rect">
            <a:avLst/>
          </a:prstGeom>
          <a:solidFill>
            <a:srgbClr val="BDE8DF"/>
          </a:solidFill>
          <a:ln w="12700">
            <a:solidFill>
              <a:srgbClr val="BDE8D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3703320"/>
            <a:ext cx="822960" cy="274320"/>
          </a:xfrm>
          <a:prstGeom prst="rect">
            <a:avLst/>
          </a:prstGeom>
          <a:solidFill>
            <a:srgbClr val="CFEFEA"/>
          </a:solidFill>
          <a:ln w="12700">
            <a:solidFill>
              <a:srgbClr val="CFEF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3429000"/>
            <a:ext cx="274320" cy="822960"/>
          </a:xfrm>
          <a:prstGeom prst="rect">
            <a:avLst/>
          </a:prstGeom>
          <a:solidFill>
            <a:srgbClr val="CFEFEA"/>
          </a:solidFill>
          <a:ln w="12700">
            <a:solidFill>
              <a:srgbClr val="CFEFE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26280"/>
            <a:ext cx="237744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447141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594360"/>
            <a:ext cx="2560320" cy="0"/>
          </a:xfrm>
          <a:prstGeom prst="line">
            <a:avLst/>
          </a:prstGeom>
          <a:noFill/>
          <a:ln w="15240">
            <a:solidFill>
              <a:srgbClr val="89C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539496"/>
            <a:ext cx="109728" cy="109728"/>
          </a:xfrm>
          <a:prstGeom prst="ellipse">
            <a:avLst/>
          </a:prstGeom>
          <a:solidFill>
            <a:srgbClr val="89C4E1"/>
          </a:solidFill>
          <a:ln w="12700">
            <a:solidFill>
              <a:srgbClr val="89C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65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137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Государственное автономное профессиональное образовательное учреждение Саратовской области «Балашовский техникум механизации сельского хозяйства»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информационного веб-сайта ветеринарной клиники «Лапа Помощи» для взаимодействия с клиентами</dc:title>
  <dc:subject>Курсовой проект МДК 02.02</dc:subject>
  <dc:creator>Кривошеев К.Д.</dc:creator>
  <cp:lastModifiedBy>Кривошеев К.Д.</cp:lastModifiedBy>
  <cp:revision>1</cp:revision>
  <dcterms:created xsi:type="dcterms:W3CDTF">2026-10-27T15:07:16Z</dcterms:created>
  <dcterms:modified xsi:type="dcterms:W3CDTF">2026-10-27T15:07:16Z</dcterms:modified>
</cp:coreProperties>
</file>